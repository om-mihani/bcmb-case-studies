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3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6" autoAdjust="0"/>
    <p:restoredTop sz="94660"/>
  </p:normalViewPr>
  <p:slideViewPr>
    <p:cSldViewPr snapToGrid="0">
      <p:cViewPr varScale="1">
        <p:scale>
          <a:sx n="87" d="100"/>
          <a:sy n="87" d="100"/>
        </p:scale>
        <p:origin x="80" y="1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3703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5326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43633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24686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93978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14823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8118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23443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04886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89229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76451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12/16/2025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37125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  <p:sldLayoutId id="2147483669" r:id="rId2"/>
    <p:sldLayoutId id="2147483670" r:id="rId3"/>
    <p:sldLayoutId id="2147483671" r:id="rId4"/>
    <p:sldLayoutId id="2147483672" r:id="rId5"/>
    <p:sldLayoutId id="2147483666" r:id="rId6"/>
    <p:sldLayoutId id="2147483662" r:id="rId7"/>
    <p:sldLayoutId id="2147483663" r:id="rId8"/>
    <p:sldLayoutId id="2147483664" r:id="rId9"/>
    <p:sldLayoutId id="2147483665" r:id="rId10"/>
    <p:sldLayoutId id="2147483667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B7E2F724-2FB3-4D1D-A730-739B8654C0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2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D6CDA26-7848-9326-68A2-DB83EC26F23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rcRect t="43750"/>
          <a:stretch>
            <a:fillRect/>
          </a:stretch>
        </p:blipFill>
        <p:spPr>
          <a:xfrm>
            <a:off x="-2" y="-2"/>
            <a:ext cx="12192001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1487C93-F49C-BB64-4258-20E201709E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7870" y="978407"/>
            <a:ext cx="5021182" cy="3290107"/>
          </a:xfrm>
        </p:spPr>
        <p:txBody>
          <a:bodyPr anchor="t">
            <a:normAutofit/>
          </a:bodyPr>
          <a:lstStyle/>
          <a:p>
            <a:r>
              <a:rPr lang="en-DE" sz="6000" dirty="0">
                <a:solidFill>
                  <a:srgbClr val="FFFFFF"/>
                </a:solidFill>
              </a:rPr>
              <a:t>BCMB </a:t>
            </a:r>
            <a:br>
              <a:rPr lang="en-DE" sz="6000" dirty="0">
                <a:solidFill>
                  <a:srgbClr val="FFFFFF"/>
                </a:solidFill>
              </a:rPr>
            </a:br>
            <a:r>
              <a:rPr lang="en-DE" sz="6000" dirty="0">
                <a:solidFill>
                  <a:srgbClr val="FFFFFF"/>
                </a:solidFill>
              </a:rPr>
              <a:t>Case Study 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D3B9C1F-C0B5-7CCF-F42C-8015520C22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7870" y="4482450"/>
            <a:ext cx="5040785" cy="1724029"/>
          </a:xfrm>
        </p:spPr>
        <p:txBody>
          <a:bodyPr anchor="t">
            <a:normAutofit/>
          </a:bodyPr>
          <a:lstStyle/>
          <a:p>
            <a:pPr>
              <a:lnSpc>
                <a:spcPct val="100000"/>
              </a:lnSpc>
            </a:pPr>
            <a:r>
              <a:rPr lang="en-DE" sz="1300" dirty="0">
                <a:solidFill>
                  <a:srgbClr val="FFFFFF"/>
                </a:solidFill>
              </a:rPr>
              <a:t>Vyshnavi Arunkumar</a:t>
            </a:r>
          </a:p>
          <a:p>
            <a:pPr>
              <a:lnSpc>
                <a:spcPct val="100000"/>
              </a:lnSpc>
            </a:pPr>
            <a:r>
              <a:rPr lang="en-DE" sz="1300" dirty="0">
                <a:solidFill>
                  <a:srgbClr val="FFFFFF"/>
                </a:solidFill>
              </a:rPr>
              <a:t>Deepa Ramakrishnan Subathra</a:t>
            </a:r>
          </a:p>
          <a:p>
            <a:pPr>
              <a:lnSpc>
                <a:spcPct val="100000"/>
              </a:lnSpc>
            </a:pPr>
            <a:r>
              <a:rPr lang="en-DE" sz="1300" dirty="0">
                <a:solidFill>
                  <a:srgbClr val="FFFFFF"/>
                </a:solidFill>
              </a:rPr>
              <a:t>Om Mihani</a:t>
            </a:r>
          </a:p>
          <a:p>
            <a:pPr>
              <a:lnSpc>
                <a:spcPct val="100000"/>
              </a:lnSpc>
            </a:pPr>
            <a:endParaRPr lang="en-DE" sz="1300" dirty="0">
              <a:solidFill>
                <a:srgbClr val="FFFFFF"/>
              </a:solidFill>
            </a:endParaRPr>
          </a:p>
          <a:p>
            <a:pPr>
              <a:lnSpc>
                <a:spcPct val="100000"/>
              </a:lnSpc>
            </a:pPr>
            <a:r>
              <a:rPr lang="en-DE" sz="1300" dirty="0">
                <a:solidFill>
                  <a:srgbClr val="FFFFFF"/>
                </a:solidFill>
              </a:rPr>
              <a:t>17.12.2025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C335F7-F61C-4EB4-80F2-4B1438FE66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02949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408E6D-E783-0A10-8B83-E19B03568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787571"/>
          </a:xfrm>
        </p:spPr>
        <p:txBody>
          <a:bodyPr/>
          <a:lstStyle/>
          <a:p>
            <a:pPr algn="ctr"/>
            <a:r>
              <a:rPr lang="en-DE" dirty="0"/>
              <a:t>TASK 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233105-A143-025C-9C35-47286817F5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" y="2032578"/>
            <a:ext cx="4662436" cy="3980515"/>
          </a:xfrm>
          <a:prstGeom prst="rect">
            <a:avLst/>
          </a:prstGeom>
        </p:spPr>
      </p:pic>
      <p:pic>
        <p:nvPicPr>
          <p:cNvPr id="7" name="Picture 6" descr="A graph of a sinusoid&#10;&#10;AI-generated content may be incorrect.">
            <a:extLst>
              <a:ext uri="{FF2B5EF4-FFF2-40B4-BE49-F238E27FC236}">
                <a16:creationId xmlns:a16="http://schemas.microsoft.com/office/drawing/2014/main" id="{7BAEF2EE-B1BA-DC25-4DE0-001253ACE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0490" y="2032578"/>
            <a:ext cx="6695257" cy="39805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4955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719A0A-7631-DE0F-F546-0E61C6E42F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2F38D9-FB44-A29C-58E1-F5C2CDDB52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787571"/>
          </a:xfrm>
        </p:spPr>
        <p:txBody>
          <a:bodyPr/>
          <a:lstStyle/>
          <a:p>
            <a:pPr algn="ctr"/>
            <a:r>
              <a:rPr lang="en-DE" dirty="0"/>
              <a:t>TASK 2</a:t>
            </a:r>
          </a:p>
        </p:txBody>
      </p:sp>
      <p:pic>
        <p:nvPicPr>
          <p:cNvPr id="8" name="Picture 7" descr="A graph of a number of colored lines&#10;&#10;AI-generated content may be incorrect.">
            <a:extLst>
              <a:ext uri="{FF2B5EF4-FFF2-40B4-BE49-F238E27FC236}">
                <a16:creationId xmlns:a16="http://schemas.microsoft.com/office/drawing/2014/main" id="{54A134FC-CA0C-96C5-D6F9-CB063CDFD3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2770" y="2465234"/>
            <a:ext cx="6506754" cy="393946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9D407E3-68E1-DAC7-2912-A0012D4FDF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476" y="1765979"/>
            <a:ext cx="6506754" cy="39805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40345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58A051-4C70-8268-AADA-8A58AE5889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5ED060-980A-464D-8252-1DD4DBCC9C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787571"/>
          </a:xfrm>
        </p:spPr>
        <p:txBody>
          <a:bodyPr/>
          <a:lstStyle/>
          <a:p>
            <a:pPr algn="ctr"/>
            <a:r>
              <a:rPr lang="en-DE" dirty="0"/>
              <a:t>TASK 2</a:t>
            </a:r>
          </a:p>
        </p:txBody>
      </p:sp>
      <p:pic>
        <p:nvPicPr>
          <p:cNvPr id="5" name="Picture 4" descr="A graph of a number of lines&#10;&#10;AI-generated content may be incorrect.">
            <a:extLst>
              <a:ext uri="{FF2B5EF4-FFF2-40B4-BE49-F238E27FC236}">
                <a16:creationId xmlns:a16="http://schemas.microsoft.com/office/drawing/2014/main" id="{88DB554E-3519-E552-0FAF-1ADF9737FF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7858" y="1765979"/>
            <a:ext cx="7236284" cy="4592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5324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26B63-E82B-C60F-C4FA-9812E3B55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340EE1-F37A-3D33-5865-E55D0782E2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787571"/>
          </a:xfrm>
        </p:spPr>
        <p:txBody>
          <a:bodyPr/>
          <a:lstStyle/>
          <a:p>
            <a:pPr algn="ctr"/>
            <a:r>
              <a:rPr lang="en-DE" dirty="0"/>
              <a:t>TASK 3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F1CA50-CD4A-557D-29F5-8B429ECA27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9084" y="2445124"/>
            <a:ext cx="6562439" cy="3899087"/>
          </a:xfrm>
          <a:prstGeom prst="rect">
            <a:avLst/>
          </a:prstGeom>
        </p:spPr>
      </p:pic>
      <p:pic>
        <p:nvPicPr>
          <p:cNvPr id="4" name="Picture 3" descr="A graph with a blue line&#10;&#10;AI-generated content may be incorrect.">
            <a:extLst>
              <a:ext uri="{FF2B5EF4-FFF2-40B4-BE49-F238E27FC236}">
                <a16:creationId xmlns:a16="http://schemas.microsoft.com/office/drawing/2014/main" id="{5020A3D9-ACD1-BE94-A602-B7EF1B1CC3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247" y="1860873"/>
            <a:ext cx="5613855" cy="3874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43578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571CFF-EE38-3A56-98AA-90A828412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D3F5FA-4171-53E7-9941-C3EEDF3004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787571"/>
          </a:xfrm>
        </p:spPr>
        <p:txBody>
          <a:bodyPr/>
          <a:lstStyle/>
          <a:p>
            <a:pPr algn="ctr"/>
            <a:r>
              <a:rPr lang="en-DE" dirty="0"/>
              <a:t>TASK 3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A014795-4F15-15F5-537C-18624C211E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5683" y="2744576"/>
            <a:ext cx="6092088" cy="3606985"/>
          </a:xfrm>
          <a:prstGeom prst="rect">
            <a:avLst/>
          </a:prstGeom>
        </p:spPr>
      </p:pic>
      <p:pic>
        <p:nvPicPr>
          <p:cNvPr id="5" name="Picture 4" descr="A graph with lines and numbers&#10;&#10;AI-generated content may be incorrect.">
            <a:extLst>
              <a:ext uri="{FF2B5EF4-FFF2-40B4-BE49-F238E27FC236}">
                <a16:creationId xmlns:a16="http://schemas.microsoft.com/office/drawing/2014/main" id="{468D926D-3596-996E-C8DA-8615436D51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486" y="1765979"/>
            <a:ext cx="5781639" cy="3648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8828701"/>
      </p:ext>
    </p:extLst>
  </p:cSld>
  <p:clrMapOvr>
    <a:masterClrMapping/>
  </p:clrMapOvr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23</Words>
  <Application>Microsoft Office PowerPoint</Application>
  <PresentationFormat>Widescreen</PresentationFormat>
  <Paragraphs>11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Bierstadt</vt:lpstr>
      <vt:lpstr>GestaltVTI</vt:lpstr>
      <vt:lpstr>BCMB  Case Study 1</vt:lpstr>
      <vt:lpstr>TASK 1</vt:lpstr>
      <vt:lpstr>TASK 2</vt:lpstr>
      <vt:lpstr>TASK 2</vt:lpstr>
      <vt:lpstr>TASK 3</vt:lpstr>
      <vt:lpstr>TASK 3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Om Mihani</dc:creator>
  <cp:lastModifiedBy>Om Mihani</cp:lastModifiedBy>
  <cp:revision>1</cp:revision>
  <dcterms:created xsi:type="dcterms:W3CDTF">2025-12-16T15:09:47Z</dcterms:created>
  <dcterms:modified xsi:type="dcterms:W3CDTF">2025-12-16T15:21:13Z</dcterms:modified>
</cp:coreProperties>
</file>