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70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32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63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468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397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482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811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344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488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922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645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712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D6CDA26-7848-9326-68A2-DB83EC26F23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43750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487C93-F49C-BB64-4258-20E201709E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10153272" cy="3290107"/>
          </a:xfrm>
        </p:spPr>
        <p:txBody>
          <a:bodyPr anchor="t">
            <a:normAutofit/>
          </a:bodyPr>
          <a:lstStyle/>
          <a:p>
            <a:r>
              <a:rPr lang="en-IN" sz="6000" dirty="0">
                <a:solidFill>
                  <a:srgbClr val="FFFFFF"/>
                </a:solidFill>
              </a:rPr>
              <a:t>Basics in Computational Methods in Biotechnology</a:t>
            </a:r>
            <a:br>
              <a:rPr lang="en-DE" sz="6000" dirty="0">
                <a:solidFill>
                  <a:srgbClr val="FFFFFF"/>
                </a:solidFill>
              </a:rPr>
            </a:br>
            <a:r>
              <a:rPr lang="en-DE" sz="4800" dirty="0">
                <a:solidFill>
                  <a:srgbClr val="FFFFFF"/>
                </a:solidFill>
              </a:rPr>
              <a:t>Case Study 1</a:t>
            </a:r>
            <a:endParaRPr lang="en-DE" sz="60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3B9C1F-C0B5-7CCF-F42C-8015520C2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5040785" cy="1724029"/>
          </a:xfrm>
        </p:spPr>
        <p:txBody>
          <a:bodyPr anchor="t"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en-DE" dirty="0">
                <a:solidFill>
                  <a:srgbClr val="FFFFFF"/>
                </a:solidFill>
              </a:rPr>
              <a:t>Vyshnavi Arunkumar(03803119)</a:t>
            </a:r>
            <a:endParaRPr lang="en-IN" dirty="0">
              <a:solidFill>
                <a:srgbClr val="FFFFFF"/>
              </a:solidFill>
            </a:endParaRPr>
          </a:p>
          <a:p>
            <a:pPr>
              <a:lnSpc>
                <a:spcPct val="100000"/>
              </a:lnSpc>
            </a:pPr>
            <a:r>
              <a:rPr lang="en-DE" dirty="0">
                <a:solidFill>
                  <a:srgbClr val="FFFFFF"/>
                </a:solidFill>
              </a:rPr>
              <a:t> Deepa Ramakrishnan Subathra(03799043)</a:t>
            </a:r>
            <a:endParaRPr lang="en-IN" dirty="0">
              <a:solidFill>
                <a:srgbClr val="FFFFFF"/>
              </a:solidFill>
            </a:endParaRPr>
          </a:p>
          <a:p>
            <a:pPr>
              <a:lnSpc>
                <a:spcPct val="100000"/>
              </a:lnSpc>
            </a:pPr>
            <a:r>
              <a:rPr lang="en-DE" dirty="0">
                <a:solidFill>
                  <a:srgbClr val="FFFFFF"/>
                </a:solidFill>
              </a:rPr>
              <a:t> Om Mihani(03803669)</a:t>
            </a:r>
            <a:endParaRPr lang="en-DE" sz="1300" dirty="0">
              <a:solidFill>
                <a:srgbClr val="FFFFFF"/>
              </a:solidFill>
            </a:endParaRPr>
          </a:p>
          <a:p>
            <a:pPr>
              <a:lnSpc>
                <a:spcPct val="100000"/>
              </a:lnSpc>
            </a:pPr>
            <a:r>
              <a:rPr lang="en-DE" sz="1500" dirty="0">
                <a:solidFill>
                  <a:srgbClr val="FFFFFF"/>
                </a:solidFill>
              </a:rPr>
              <a:t>17.12.2025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294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08E6D-E783-0A10-8B83-E19B03568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87571"/>
          </a:xfrm>
        </p:spPr>
        <p:txBody>
          <a:bodyPr/>
          <a:lstStyle/>
          <a:p>
            <a:pPr algn="ctr"/>
            <a:r>
              <a:rPr lang="en-DE" dirty="0"/>
              <a:t>TASK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233105-A143-025C-9C35-47286817F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2032578"/>
            <a:ext cx="4662436" cy="3980515"/>
          </a:xfrm>
          <a:prstGeom prst="rect">
            <a:avLst/>
          </a:prstGeom>
        </p:spPr>
      </p:pic>
      <p:pic>
        <p:nvPicPr>
          <p:cNvPr id="7" name="Picture 6" descr="A graph of a sinusoid&#10;&#10;AI-generated content may be incorrect.">
            <a:extLst>
              <a:ext uri="{FF2B5EF4-FFF2-40B4-BE49-F238E27FC236}">
                <a16:creationId xmlns:a16="http://schemas.microsoft.com/office/drawing/2014/main" id="{7BAEF2EE-B1BA-DC25-4DE0-001253ACE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0490" y="2032578"/>
            <a:ext cx="6695257" cy="3980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95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19A0A-7631-DE0F-F546-0E61C6E42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F38D9-FB44-A29C-58E1-F5C2CDDB5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87571"/>
          </a:xfrm>
        </p:spPr>
        <p:txBody>
          <a:bodyPr/>
          <a:lstStyle/>
          <a:p>
            <a:pPr algn="ctr"/>
            <a:r>
              <a:rPr lang="en-DE" dirty="0"/>
              <a:t>TASK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D407E3-68E1-DAC7-2912-A0012D4FD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617" y="2030448"/>
            <a:ext cx="7122289" cy="435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034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8A051-4C70-8268-AADA-8A58AE588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ED060-980A-464D-8252-1DD4DBCC9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87571"/>
          </a:xfrm>
        </p:spPr>
        <p:txBody>
          <a:bodyPr/>
          <a:lstStyle/>
          <a:p>
            <a:pPr algn="ctr"/>
            <a:r>
              <a:rPr lang="en-DE" dirty="0"/>
              <a:t>TASK 2</a:t>
            </a:r>
          </a:p>
        </p:txBody>
      </p:sp>
      <p:pic>
        <p:nvPicPr>
          <p:cNvPr id="5" name="Picture 4" descr="A graph of a number of lines&#10;&#10;AI-generated content may be incorrect.">
            <a:extLst>
              <a:ext uri="{FF2B5EF4-FFF2-40B4-BE49-F238E27FC236}">
                <a16:creationId xmlns:a16="http://schemas.microsoft.com/office/drawing/2014/main" id="{88DB554E-3519-E552-0FAF-1ADF9737F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7167" y="1963954"/>
            <a:ext cx="5775709" cy="3665477"/>
          </a:xfrm>
          <a:prstGeom prst="rect">
            <a:avLst/>
          </a:prstGeom>
        </p:spPr>
      </p:pic>
      <p:pic>
        <p:nvPicPr>
          <p:cNvPr id="8" name="Picture 7" descr="A graph of a number of colored lines&#10;&#10;AI-generated content may be incorrect.">
            <a:extLst>
              <a:ext uri="{FF2B5EF4-FFF2-40B4-BE49-F238E27FC236}">
                <a16:creationId xmlns:a16="http://schemas.microsoft.com/office/drawing/2014/main" id="{54A134FC-CA0C-96C5-D6F9-CB063CDFD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906" y="1847356"/>
            <a:ext cx="5359167" cy="32446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5E093B6-9525-59E4-9867-00EB5464A9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7538" y="5879592"/>
            <a:ext cx="2939088" cy="72036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9627A2A-9FEA-7BD2-A911-8559D42785B9}"/>
                  </a:ext>
                </a:extLst>
              </p:cNvPr>
              <p:cNvSpPr txBox="1"/>
              <p:nvPr/>
            </p:nvSpPr>
            <p:spPr>
              <a:xfrm>
                <a:off x="4065310" y="5980464"/>
                <a:ext cx="60944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Steady-state concentration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IN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9627A2A-9FEA-7BD2-A911-8559D42785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5310" y="5980464"/>
                <a:ext cx="6094428" cy="369332"/>
              </a:xfrm>
              <a:prstGeom prst="rect">
                <a:avLst/>
              </a:prstGeom>
              <a:blipFill>
                <a:blip r:embed="rId5"/>
                <a:stretch>
                  <a:fillRect l="-900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63994F79-DF01-B406-F2E5-C793EAA64E63}"/>
              </a:ext>
            </a:extLst>
          </p:cNvPr>
          <p:cNvSpPr/>
          <p:nvPr/>
        </p:nvSpPr>
        <p:spPr>
          <a:xfrm>
            <a:off x="4006392" y="5879592"/>
            <a:ext cx="6429080" cy="7203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2532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26B63-E82B-C60F-C4FA-9812E3B55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40EE1-F37A-3D33-5865-E55D0782E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87571"/>
          </a:xfrm>
        </p:spPr>
        <p:txBody>
          <a:bodyPr/>
          <a:lstStyle/>
          <a:p>
            <a:pPr algn="ctr"/>
            <a:r>
              <a:rPr lang="en-DE" dirty="0"/>
              <a:t>TASK 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F1CA50-CD4A-557D-29F5-8B429ECA2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9084" y="2445124"/>
            <a:ext cx="6562439" cy="3899087"/>
          </a:xfrm>
          <a:prstGeom prst="rect">
            <a:avLst/>
          </a:prstGeom>
        </p:spPr>
      </p:pic>
      <p:pic>
        <p:nvPicPr>
          <p:cNvPr id="4" name="Picture 3" descr="A graph with a blue line&#10;&#10;AI-generated content may be incorrect.">
            <a:extLst>
              <a:ext uri="{FF2B5EF4-FFF2-40B4-BE49-F238E27FC236}">
                <a16:creationId xmlns:a16="http://schemas.microsoft.com/office/drawing/2014/main" id="{5020A3D9-ACD1-BE94-A602-B7EF1B1CC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247" y="1860873"/>
            <a:ext cx="5613855" cy="3874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357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71CFF-EE38-3A56-98AA-90A828412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3F5FA-4171-53E7-9941-C3EEDF300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87571"/>
          </a:xfrm>
        </p:spPr>
        <p:txBody>
          <a:bodyPr/>
          <a:lstStyle/>
          <a:p>
            <a:pPr algn="ctr"/>
            <a:r>
              <a:rPr lang="en-DE" dirty="0"/>
              <a:t>TASK 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014795-4F15-15F5-537C-18624C211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5683" y="2744576"/>
            <a:ext cx="6092088" cy="3606985"/>
          </a:xfrm>
          <a:prstGeom prst="rect">
            <a:avLst/>
          </a:prstGeom>
        </p:spPr>
      </p:pic>
      <p:pic>
        <p:nvPicPr>
          <p:cNvPr id="5" name="Picture 4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468D926D-3596-996E-C8DA-8615436D5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486" y="1765979"/>
            <a:ext cx="5781639" cy="364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828701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44</Words>
  <Application>Microsoft Office PowerPoint</Application>
  <PresentationFormat>Widescreen</PresentationFormat>
  <Paragraphs>11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Bierstadt</vt:lpstr>
      <vt:lpstr>Cambria Math</vt:lpstr>
      <vt:lpstr>GestaltVTI</vt:lpstr>
      <vt:lpstr>Basics in Computational Methods in Biotechnology Case Study 1</vt:lpstr>
      <vt:lpstr>TASK 1</vt:lpstr>
      <vt:lpstr>TASK 2</vt:lpstr>
      <vt:lpstr>TASK 2</vt:lpstr>
      <vt:lpstr>TASK 3</vt:lpstr>
      <vt:lpstr>TASK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 Mihani</dc:creator>
  <cp:lastModifiedBy>Deepa RamaKrishnan Subathra</cp:lastModifiedBy>
  <cp:revision>2</cp:revision>
  <dcterms:created xsi:type="dcterms:W3CDTF">2025-12-16T15:09:47Z</dcterms:created>
  <dcterms:modified xsi:type="dcterms:W3CDTF">2025-12-16T19:01:33Z</dcterms:modified>
</cp:coreProperties>
</file>